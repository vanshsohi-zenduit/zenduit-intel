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457200"/>
            <a:ext cx="4114800" cy="4114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ZENDUIT  ·  AI &amp;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Outbound Intelligence
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  <a:latin typeface="Calibri"/>
              </a:rPr>
              <a:t>Automated prospect research, personalised outreach &amp;
real-time sales coaching — in under 3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Sales AI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Manual research was killing
sales productivity.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BBF24"/>
                </a:solidFill>
                <a:latin typeface="Calibri"/>
              </a:rPr>
              <a:t>2–3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per prospect for research,
linkedin &amp; email crafting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4320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BBF24"/>
                </a:solidFill>
                <a:latin typeface="Calibri"/>
              </a:rPr>
              <a:t>Generic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57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outreach with no
personalised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74320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BBF24"/>
                </a:solidFill>
                <a:latin typeface="Calibri"/>
              </a:rPr>
              <a:t>No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657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inconsistent messaging
across reps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Every rep was starting from scratch — no consistent intel, no leverage.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 4-phase AI pipeline that turns a
website URL into a full sales brief.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Website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News, hiring signals,
competitor intel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46888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468880"/>
            <a:ext cx="2743200" cy="54864"/>
          </a:xfrm>
          <a:prstGeom prst="rect">
            <a:avLst/>
          </a:prstGeom>
          <a:solidFill>
            <a:srgbClr val="7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05AD5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LinkedIn Intel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Decision-maker contacts,
personalisation hooks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6888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468880"/>
            <a:ext cx="2743200" cy="54864"/>
          </a:xfrm>
          <a:prstGeom prst="rect">
            <a:avLst/>
          </a:prstGeom>
          <a:solidFill>
            <a:srgbClr val="0D9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A75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Brain MCP: similar
accounts &amp; battlecards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468880"/>
            <a:ext cx="2743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2468880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Strategy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657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Briefing, scripts,
14-day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C5FD"/>
                </a:solidFill>
                <a:latin typeface="Calibri"/>
              </a:rPr>
              <a:t>&lt; 3 minutes  ·  fully automated  ·  runs on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Everything a rep needs before
the first touchpoint.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46888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Company overview, pain points, competitive
landscape — tailored to Zenduit's products.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46888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 Outreach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71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LinkedIn, cold email &amp; call scripts with named
contacts, hooks from real posts &amp; ROI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88620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95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14-Day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Day-by-day outreach plan with channel,
subject lines and personalised instructions.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88620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995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Objection 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Pre-built objection table mapped to the
prospect's specific vendors and pain 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30352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Live Call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06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Real-time AI coaching overlay during calls
— listens, identifies speaker, suggests next move.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303520"/>
            <a:ext cx="53949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Prospect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806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All runs saved and searchable — reps can
reload any prospect in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ADOPTION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Built for the sales team,
integrated into their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560320"/>
            <a:ext cx="54864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Live &amp; 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7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Web app accessible to sales reps on demand. No CLI, no setup — enter a URL, get a brief.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520439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387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LinkedIn 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Direct LinkedIn MCP integration pulls real decision-maker profiles and recent post hooks.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48056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498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Brain MCP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46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Queries internal Zenduit CRM data — similar won accounts, battlecards, objection scripts.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44068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458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 Active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Sales reps running it on live prospects. Feedback loop in place with the tribe leader.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Faster pipeline, better signals,
consistent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2468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24688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Calibri"/>
              </a:rPr>
              <a:t>~2 hrs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1188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per prospect researched
by each rep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743200"/>
            <a:ext cx="2468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49039" y="274320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Personalised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1188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every outreach script
uses real LinkedIn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2468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743200"/>
            <a:ext cx="24688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Calibri"/>
              </a:rPr>
              <a:t>Standardised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1188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playbook used across
all outbound reps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743200"/>
            <a:ext cx="2468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468880" cy="54864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926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C5FD"/>
                </a:solidFill>
                <a:latin typeface="Calibri"/>
              </a:rPr>
              <a:t>Scalable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361188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bulk mode processes
20 prospects at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Direct impact: reps spend time selling, not researching. Manager visibility into rep prep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NEXT STEPS &amp;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What's next and
what we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Formalise adoption — onboard remaining outbound reps with a walkthrough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93008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9300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Live Coach refinement — improve speaker detection accuracy and response timing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242816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24281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CRM write-back — auto-log generated briefs and sequences into Zoho CRM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992624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9262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Metrics tracking — instrument usage to measure reps using it vs. not and deal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BLOCKERS /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743200"/>
            <a:ext cx="54864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LinkedIn rate limits — need a stable scraping solution for high-volume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584448"/>
            <a:ext cx="54864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8444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Rep buy-in — a short training session needed to drive consistent adoption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309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Goal: every rep running at least one prospect through the tool per day by end of June.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